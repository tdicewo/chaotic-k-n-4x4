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6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4C1EAD-9401-B738-1514-1B2DAE6681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68A70A-C2D9-F6C2-A61B-B98F4E711D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E3A637-57C0-604F-728A-3A2AC837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818D-6752-4E15-BBBE-0772E6707D19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77D423-E75C-DC15-9DD1-AD4493FA7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2F547C-494A-DDA3-88CD-05CCDC15B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C6CB8-1556-4B72-992A-54309AB016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7256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97BCCC-E2D6-0558-E848-476DD5FAA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A70EB6-1C63-DC47-A6A8-0F8B30741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167A9B-057D-FD20-CD34-CF4F42523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818D-6752-4E15-BBBE-0772E6707D19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46F1F3-C242-CDE7-9305-9E0FBF4F2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7CBE0E-38DC-4604-F62C-DE4B78933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C6CB8-1556-4B72-992A-54309AB016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4973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7E7463-8162-EA1B-7685-4C1B1FA7B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7A4F5E-D5B5-F4C7-4B26-BDF81EE41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FFCB9D-5897-8934-A365-B942BCAAD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818D-6752-4E15-BBBE-0772E6707D19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08921B-9B5E-B93E-387B-E1CF80334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500066-5ED7-51EE-C99E-DF1EB53F4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C6CB8-1556-4B72-992A-54309AB016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3094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8D4E43-A93F-BF2E-89B3-75F5B6376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650B8C-FBAD-AFD9-A4B6-B813F86770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E777E6B-2B21-A5B1-4F6A-E7955AF30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2E814D-F992-A127-F2E0-0F35ABA63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818D-6752-4E15-BBBE-0772E6707D19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662204-A241-5719-E0DB-3AFA43F9A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6A5D02-6100-35D0-679D-4DED93831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C6CB8-1556-4B72-992A-54309AB016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701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F8BBC1-78E3-9861-E5F1-A49E485D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8C0805-FDE1-2D5D-AC72-751AC1862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0A53E3A-C384-CAEE-1CFA-F9EF35C60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91063BD-1BFF-0CAA-68E7-8D584DE60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9783896-1B4D-5264-D50A-5857AB0325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69D6C70-004A-3856-BFEE-A916260E3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818D-6752-4E15-BBBE-0772E6707D19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3CD29E9-C0E3-3D74-F4AE-7670B40E5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2FE4419-AC98-1612-68A7-23134181E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C6CB8-1556-4B72-992A-54309AB016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1071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899870-21C0-5B3B-5910-CA384135B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DE199C5-6F02-CF00-ACFD-9744E75E5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818D-6752-4E15-BBBE-0772E6707D19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5927C7-B2A2-28C3-ABBD-55A6FDAD8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4E12884-2408-D17B-99A8-69E4D392B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C6CB8-1556-4B72-992A-54309AB016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0306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1EE4B20-BD10-FE7D-4C8C-92B7D90C5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818D-6752-4E15-BBBE-0772E6707D19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7AB9B79-AE74-E0A6-D0AB-71CA16CA9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89B560-7027-85A0-0A9A-6A63F5D97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C6CB8-1556-4B72-992A-54309AB016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956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B7102B-A7C8-D02A-9C6B-C25927D1E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9519F3-E0C9-6C53-EF82-DECE552E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78A5DDA-AF3D-5F24-A817-34F74E72F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E3E93C-AE50-5B34-CB2C-D2F074A7A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818D-6752-4E15-BBBE-0772E6707D19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3624890-D577-DAA4-4A3A-755A3A529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24119F-0C5F-AFD3-6627-2F4492B0D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C6CB8-1556-4B72-992A-54309AB016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8634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459C95-89B9-094E-7818-0E15250D7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3E0A943-835A-7A2E-CC46-750552081F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5F9B43-0670-A7DB-DD28-C13D1C4BE1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B7CC132-5B10-4684-E123-40DE9863B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818D-6752-4E15-BBBE-0772E6707D19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B9029C-D824-69DF-BBD2-146B0A22E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CF2DED-A531-C05D-08BC-8B5ECFE18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C6CB8-1556-4B72-992A-54309AB016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8844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1536FB-E44F-7310-9706-2AAC10919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F31FE02-6A67-87D2-2A7C-16E4216A48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2F6376-EE51-C813-9C51-B9BF02143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818D-6752-4E15-BBBE-0772E6707D19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899B3B-5FBD-808C-18CE-A0EA238B4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92011F-AB06-085F-3F6C-7B0314494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C6CB8-1556-4B72-992A-54309AB016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9929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2A9DB92-FCDD-4B29-C4BE-37EB59DDFD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5E9EFED-42A0-0165-CAB4-6CA477DC37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3D312F-591C-A2D2-F5C4-B47572EB0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818D-6752-4E15-BBBE-0772E6707D19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07885C-AC35-E33D-6196-75AD84F2D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B1AB40-5A1D-3EC1-0A7A-913D189E1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C6CB8-1556-4B72-992A-54309AB016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92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204251-E09E-C41B-71FE-9DFCFE49E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DFBDCE-A6BE-D8C6-AC21-7C52B27EB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10526A-6D83-5042-88A1-6D702BE98D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37818D-6752-4E15-BBBE-0772E6707D19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37EB97-D24D-809C-012E-0033F8BFBF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519375-971D-0504-22BF-755F83089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9C6CB8-1556-4B72-992A-54309AB016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8796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E51ADC-330B-6CF3-C331-4D1A3221E0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Проблема игры крестики-нолики и проект новой версии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23AAD42-0651-0BDB-DA24-D1E04D4B38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Сделал студент ИСиП25-02п: Чистяков Егор</a:t>
            </a:r>
          </a:p>
        </p:txBody>
      </p:sp>
    </p:spTree>
    <p:extLst>
      <p:ext uri="{BB962C8B-B14F-4D97-AF65-F5344CB8AC3E}">
        <p14:creationId xmlns:p14="http://schemas.microsoft.com/office/powerpoint/2010/main" val="3198225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5041DB-5BFD-9640-C52B-8FAA36F3A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Суть игры крестики-нолики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FB4371-8CC1-C816-A82D-7FCA1F4DA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913"/>
            <a:ext cx="4876800" cy="4779962"/>
          </a:xfrm>
        </p:spPr>
        <p:txBody>
          <a:bodyPr/>
          <a:lstStyle/>
          <a:p>
            <a:r>
              <a:rPr lang="ru-RU" dirty="0"/>
              <a:t>Сама по себе игра крестики-нолики имеет суть в том, что два оппонента пытаются выиграть раунд, попеременно выставляя «крестик» или «нолик» пытаясь выстроить в конце 3 знака в ряд. Тем самым, обыграв своего противника и победив в ней.</a:t>
            </a:r>
          </a:p>
        </p:txBody>
      </p:sp>
      <p:pic>
        <p:nvPicPr>
          <p:cNvPr id="5" name="Рисунок 4" descr="Изображение выглядит как символ, круг, Шрифт, Графи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914A08C-53FB-3596-2D30-87EFC1D87A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471" y="1616075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120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0DDB38-AAE9-3A13-0B38-840366062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177" y="0"/>
            <a:ext cx="10515600" cy="1325563"/>
          </a:xfrm>
        </p:spPr>
        <p:txBody>
          <a:bodyPr/>
          <a:lstStyle/>
          <a:p>
            <a:r>
              <a:rPr lang="ru-RU" dirty="0"/>
              <a:t>Проблемы игры крестики-нолики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BC824D-5280-791B-F338-470029C6B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56447"/>
            <a:ext cx="12192000" cy="570155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/>
              <a:t>Проблемы</a:t>
            </a:r>
            <a:r>
              <a:rPr lang="ru-RU" dirty="0"/>
              <a:t>. Из самой сути игры крестики-нолики вытекает целый ряд проблем, которые и не позволяют насладиться ей и из чего следует то, что спустя достаточно долгое количество игр сами крестики-нолики превращаются в бесполезно проведённое время и даже теоретическая попытка провести игру превращается бессмысленной.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Новичок</a:t>
            </a:r>
            <a:r>
              <a:rPr lang="ru-RU" dirty="0"/>
              <a:t>. Это самая первая проблема, которая приводит игру в ничто. В чём её суть? Игра нацелена на победу, однако если человек ни разу не игравший в крестики нолики и не умеет думать на достаточно большое количество времени вперёд, то наигранному игроку он проиграет в 99% случаев, что низводит смысл играть этим людям вместе, в абсолютное ничто. А вот если человек собирается играть дальше, то приводит ко второй проблеме.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Пустота стремления</a:t>
            </a:r>
            <a:r>
              <a:rPr lang="ru-RU" dirty="0"/>
              <a:t>. Вторая проблема игры. Её суть заключается в том, что нет необходимости играть огромное количество раз, чтобы научиться побеждать, полностью исключая развитие в игре и попытки продолжать играть в неё ради развития стратегий или тому подобному. А вот если продолжать, то всё приходит к третьей проблеме.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Наигранность и тупик. </a:t>
            </a:r>
            <a:r>
              <a:rPr lang="ru-RU" dirty="0"/>
              <a:t>Третья проблема игры. Это проблема является самой важной в данной игре и не позволяет ей наслаждаться от слова совсем. Её суть в том, что если в игру играют сразу два наигранных игрока, то они оба не придут абсолютно ни к чему. Из-за чего это происходит? Это происходит из-за того, что у игры абсолютно нет разнообразия и из-за чего партии постоянно повторяются и сводятся к ничьей раз за разом. Именно по этой причине смысл играть в крестики-нолики полностью теряется. Победить или проиграть этим людям в данной игре вовсе невозможно.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608590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20DF71-1175-FFA6-D663-6F4590702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811" y="94129"/>
            <a:ext cx="10515600" cy="1325563"/>
          </a:xfrm>
        </p:spPr>
        <p:txBody>
          <a:bodyPr/>
          <a:lstStyle/>
          <a:p>
            <a:r>
              <a:rPr lang="ru-RU" dirty="0"/>
              <a:t>Решение проблем игры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A31841-DF74-191D-57B5-125E8087E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459" y="1570131"/>
            <a:ext cx="11927541" cy="519374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Моё решение проблемы заключается в полной противоположности данным исходам, сохранив саму суть игры «выстроить 3 фигуры в ряд для победы»: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Улучшение игры для новичков. </a:t>
            </a:r>
            <a:r>
              <a:rPr lang="ru-RU" dirty="0"/>
              <a:t>Игра имеет «случайную» составляющую, давая даже для новичков возможность выигрывать или проигрывать и вместе с тем не исключает возможность стратегии. В итоге сращивая в одном месте и случайность и тактику.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Развитие стратегии</a:t>
            </a:r>
            <a:r>
              <a:rPr lang="ru-RU" dirty="0"/>
              <a:t>. Для решения данной проблемы я выдал двум игрокам больше пространства – сделав игру 4х4. Это привело к достаточно большому пласту для создания стратегий и попыток победить в последний момент.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Уничтожение тупика. </a:t>
            </a:r>
            <a:r>
              <a:rPr lang="ru-RU" dirty="0"/>
              <a:t>Совмещение большого пространства и добавления случайности решает не только две проблемы, но и к тому же решает последнюю. Тупика больше нет, следовательно и ничьей. Так как игра полностью противоположна её прародителю, то и ничья здесь не может даже в теории присутствовать, потому что в прошлой версии можно забирать ничьи постоянно и не сильно задумываясь.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0168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04C0A0-9A9D-FE50-1165-11EF5A2DA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729" y="1373654"/>
            <a:ext cx="9260541" cy="3695887"/>
          </a:xfrm>
        </p:spPr>
        <p:txBody>
          <a:bodyPr>
            <a:normAutofit/>
          </a:bodyPr>
          <a:lstStyle/>
          <a:p>
            <a:pPr algn="ctr"/>
            <a:r>
              <a:rPr lang="ru-RU" sz="9600" b="1" dirty="0"/>
              <a:t>Визуальный показ идеи</a:t>
            </a:r>
          </a:p>
        </p:txBody>
      </p:sp>
    </p:spTree>
    <p:extLst>
      <p:ext uri="{BB962C8B-B14F-4D97-AF65-F5344CB8AC3E}">
        <p14:creationId xmlns:p14="http://schemas.microsoft.com/office/powerpoint/2010/main" val="1870662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3B9AF6-779E-AF0D-A40B-AD5E24D62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Развитие идеи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8E00F7-8F75-02A3-2D58-C5A93EF0B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Для развития Хаотичных крестиков-ноликов 4х4 присутствуют первичные идеи, с которыми можно и нужно работать: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Перенос на сайт с доменом и добавление сетевой игры и рейтинга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Добавление очков, множителей, раундов, закрытия игры на все клетки.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Добавление режимов: игрок против компьютер, игрок против игрока по сети, 3 игрока против друг друга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49985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575</Words>
  <Application>Microsoft Office PowerPoint</Application>
  <PresentationFormat>Широкоэкранный</PresentationFormat>
  <Paragraphs>20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Тема Office</vt:lpstr>
      <vt:lpstr>Проблема игры крестики-нолики и проект новой версии</vt:lpstr>
      <vt:lpstr>Суть игры крестики-нолики</vt:lpstr>
      <vt:lpstr>Проблемы игры крестики-нолики</vt:lpstr>
      <vt:lpstr>Решение проблем игры</vt:lpstr>
      <vt:lpstr>Визуальный показ идеи</vt:lpstr>
      <vt:lpstr>Развитие идеи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6</cp:revision>
  <dcterms:created xsi:type="dcterms:W3CDTF">2026-01-16T06:20:40Z</dcterms:created>
  <dcterms:modified xsi:type="dcterms:W3CDTF">2026-01-27T06:30:31Z</dcterms:modified>
</cp:coreProperties>
</file>